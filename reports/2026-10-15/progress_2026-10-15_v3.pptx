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.weixin.qq.com/doc/w3_AQUAmga9AP8CNpuMl3TDGQx6wc413?scode=AJEAIQdfAAoAwsuwO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9692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基模泛化性研究</a:t>
            </a:r>
            <a:r>
              <a:rPr sz="1600" b="1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（以 OpenP2P 150M 小模型为载体）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7432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OPENP2P · 10-15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749808"/>
            <a:ext cx="11457432" cy="603504"/>
          </a:xfrm>
          <a:prstGeom prst="roundRect">
            <a:avLst>
              <a:gd name="adj" fmla="val 12000"/>
            </a:avLst>
          </a:prstGeom>
          <a:solidFill>
            <a:srgbClr val="243B63"/>
          </a:solidFill>
          <a:ln w="12700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04672"/>
            <a:ext cx="1115568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核心思路  </a:t>
            </a: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研究游戏智能体进入未知游戏后，如何应对视觉观测、动作控制与环境规则的变化，并实现</a:t>
            </a:r>
            <a:r>
              <a:rPr sz="1100" b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低成本在线适应</a:t>
            </a:r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00" b="1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切入点：</a:t>
            </a:r>
            <a:r>
              <a:rPr sz="11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先从“未知控制参数（键位映射、鼠标增益）下的在线适应”做起，再逐步扩展到更广泛的跨游戏泛化；150M 可 20Hz 闭环、可快速做完整消融。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81328"/>
            <a:ext cx="5623560" cy="2103120"/>
          </a:xfrm>
          <a:prstGeom prst="roundRect">
            <a:avLst>
              <a:gd name="adj" fmla="val 4000"/>
            </a:avLst>
          </a:prstGeom>
          <a:solidFill>
            <a:srgbClr val="243B63"/>
          </a:solidFill>
          <a:ln w="12700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① 泛化挑战</a:t>
            </a:r>
            <a:r>
              <a:rPr sz="95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   蓝色 = 当前切入点；灰色 = 后续扩展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7510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视觉观测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19" y="1956816"/>
            <a:ext cx="740664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分辨率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1956816"/>
            <a:ext cx="585216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窗口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91256" y="1956816"/>
            <a:ext cx="740664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FOV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41648" y="1956816"/>
            <a:ext cx="740664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HUD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4086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动作控制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19" y="2322576"/>
            <a:ext cx="896112" cy="246888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键位映射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322576"/>
            <a:ext cx="896112" cy="246888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鼠标增益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2322576"/>
            <a:ext cx="896112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动作时长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70662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环境与时序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19" y="2688336"/>
            <a:ext cx="740664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动力学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96312" y="2688336"/>
            <a:ext cx="585216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延迟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91256" y="2688336"/>
            <a:ext cx="896112" cy="24688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5A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任务规则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108960"/>
            <a:ext cx="522122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为何先做控制参数：</a:t>
            </a: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变量可精确设定、可在可控环境（ViZDoom）注入真值，效果可定量归因；OpenP2P 数据本身</a:t>
            </a:r>
            <a:r>
              <a:rPr sz="950" b="1">
                <a:solidFill>
                  <a:srgbClr val="FF7B7B"/>
                </a:solidFill>
                <a:latin typeface="微软雅黑"/>
                <a:ea typeface="微软雅黑"/>
                <a:cs typeface="微软雅黑"/>
              </a:rPr>
              <a:t>不记录</a:t>
            </a: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灵敏度与键位配置。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694176"/>
            <a:ext cx="5623560" cy="2395728"/>
          </a:xfrm>
          <a:prstGeom prst="roundRect">
            <a:avLst>
              <a:gd name="adj" fmla="val 4000"/>
            </a:avLst>
          </a:prstGeom>
          <a:solidFill>
            <a:srgbClr val="243B63"/>
          </a:solidFill>
          <a:ln w="12700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785615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② 离线证据（E7/E8）</a:t>
            </a:r>
            <a:r>
              <a:rPr sz="95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   官方 150M 起步，CS:GO 微调；3 seed 均值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2920" y="4114800"/>
          <a:ext cx="5349240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7632"/>
                <a:gridCol w="896112"/>
                <a:gridCol w="932688"/>
                <a:gridCol w="950976"/>
                <a:gridCol w="941832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训练方式</a:t>
                      </a:r>
                    </a:p>
                  </a:txBody>
                  <a:tcPr marL="45720" marR="45720" marT="9144" marB="9144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灵敏度gap↓
k=0.5/1/2</a:t>
                      </a:r>
                    </a:p>
                  </a:txBody>
                  <a:tcPr marL="45720" marR="45720" marT="9144" marB="9144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CS 无历史
开火F1↑</a:t>
                      </a:r>
                    </a:p>
                  </a:txBody>
                  <a:tcPr marL="45720" marR="45720" marT="9144" marB="9144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5款未见游戏
有历史NLL↓</a:t>
                      </a:r>
                    </a:p>
                  </a:txBody>
                  <a:tcPr marL="45720" marR="45720" marT="9144" marB="9144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5款未见游戏
无历史NLL↓</a:t>
                      </a:r>
                    </a:p>
                  </a:txBody>
                  <a:tcPr marL="45720" marR="45720" marT="9144" marB="9144" anchor="ctr">
                    <a:solidFill>
                      <a:srgbClr val="2E86D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无增强（单 seed）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2.871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鼠标缩放增强（≈Game-TARS）</a:t>
                      </a:r>
                    </a:p>
                  </a:txBody>
                  <a:tcPr marL="45720" marR="45720" marT="9144" marB="9144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0.10</a:t>
                      </a:r>
                    </a:p>
                  </a:txBody>
                  <a:tcPr marL="45720" marR="45720" marT="9144" marB="9144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0.02</a:t>
                      </a:r>
                    </a:p>
                  </a:txBody>
                  <a:tcPr marL="45720" marR="45720" marT="9144" marB="9144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1.325</a:t>
                      </a:r>
                    </a:p>
                  </a:txBody>
                  <a:tcPr marL="45720" marR="45720" marT="9144" marB="9144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3.185</a:t>
                      </a:r>
                    </a:p>
                  </a:txBody>
                  <a:tcPr marL="45720" marR="45720" marT="9144" marB="9144" anchor="ctr">
                    <a:solidFill>
                      <a:srgbClr val="F1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历史腐蚀 + 缩放增强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8E4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2.327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30352" y="5376672"/>
            <a:ext cx="52943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初步结论：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缩放增强能抵消标签尺度偏移，但依赖历史可靠；历史退化时它在未见游戏上最差。叠加历史腐蚀后，无历史 NLL 比单做增强 </a:t>
            </a:r>
            <a:r>
              <a:rPr sz="900" b="1">
                <a:solidFill>
                  <a:srgbClr val="7BE0A8"/>
                </a:solidFill>
                <a:latin typeface="微软雅黑"/>
                <a:ea typeface="微软雅黑"/>
                <a:cs typeface="微软雅黑"/>
              </a:rPr>
              <a:t>低 27%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，有历史仅高 1.1%。</a:t>
            </a:r>
            <a:r>
              <a:rPr sz="900" b="1">
                <a:solidFill>
                  <a:srgbClr val="FF7B7B"/>
                </a:solidFill>
                <a:latin typeface="微软雅黑"/>
                <a:ea typeface="微软雅黑"/>
                <a:cs typeface="微软雅黑"/>
              </a:rPr>
              <a:t>这只是离线动作预测指标，不能直接证明在线游戏表现提升。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833872"/>
            <a:ext cx="529437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E8 补首段损失遮罩后结论不变（gap 0.10→0.14）；官方 150M 零样本比同域微调差 47%。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481328"/>
            <a:ext cx="5623560" cy="2103120"/>
          </a:xfrm>
          <a:prstGeom prst="roundRect">
            <a:avLst>
              <a:gd name="adj" fmla="val 4000"/>
            </a:avLst>
          </a:prstGeom>
          <a:solidFill>
            <a:srgbClr val="243B63"/>
          </a:solidFill>
          <a:ln w="12700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1572768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③ 拟研究方案</a:t>
            </a:r>
            <a:r>
              <a:rPr sz="95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   边玩边适应，不依赖事先标定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956816"/>
            <a:ext cx="1572768" cy="89611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4" y="2029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交互探测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5664" y="2340864"/>
            <a:ext cx="1463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固定探测 /
不确定性驱动探测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010144" y="2304288"/>
            <a:ext cx="201167" cy="201168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47888" y="1956816"/>
            <a:ext cx="1572768" cy="89611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029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在线估计控制参数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2340864"/>
            <a:ext cx="1463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从“自身动作 → 视觉反馈”
估键位绑定与视角增益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857232" y="2304288"/>
            <a:ext cx="201167" cy="201168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94976" y="1956816"/>
            <a:ext cx="1572768" cy="896112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 w="15875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029968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动作校正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340864"/>
            <a:ext cx="1463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按估计结果校正输出
并持续更新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962656"/>
            <a:ext cx="5221224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对照：</a:t>
            </a: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无适应（固定策略）/ 缩放增强 + 历史隐式适应（Game-TARS 式）/ 固定探测 / 不确定性驱动探测。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指标：</a:t>
            </a:r>
            <a:r>
              <a:rPr sz="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任务成功率、目标角度误差、转向过冲、适应所需交互步数。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3694176"/>
            <a:ext cx="5623560" cy="2395728"/>
          </a:xfrm>
          <a:prstGeom prst="roundRect">
            <a:avLst>
              <a:gd name="adj" fmla="val 4000"/>
            </a:avLst>
          </a:prstGeom>
          <a:solidFill>
            <a:srgbClr val="243B63"/>
          </a:solidFill>
          <a:ln w="12700">
            <a:solidFill>
              <a:srgbClr val="3E5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64224" y="3785615"/>
            <a:ext cx="5294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CADCFC"/>
                </a:solidFill>
                <a:latin typeface="微软雅黑"/>
                <a:ea typeface="微软雅黑"/>
                <a:cs typeface="微软雅黑"/>
              </a:rPr>
              <a:t>④ 当前验证状态</a:t>
            </a:r>
            <a:r>
              <a:rPr sz="95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   如实标注，不预设成功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6336792" y="4114800"/>
          <a:ext cx="534924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23317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</a:t>
                      </a:r>
                    </a:p>
                  </a:txBody>
                  <a:tcPr marL="45720" marR="45720" marT="9144" marB="9144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证据状态</a:t>
                      </a:r>
                    </a:p>
                  </a:txBody>
                  <a:tcPr marL="45720" marR="45720" marT="9144" marB="9144" anchor="ctr"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45720" marR="45720" marT="9144" marB="9144" anchor="ctr">
                    <a:solidFill>
                      <a:srgbClr val="2E86D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H1 增益变化会损害固定策略的闭环表现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ViZDoom 增益基准已搭好；原生增益预跑 7/12 成功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B26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进行中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H2 少量交互即可在线估计增益</a:t>
                      </a:r>
                    </a:p>
                  </a:txBody>
                  <a:tcPr marL="45720" marR="45720" marT="9144" marB="9144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站定转向误差 &lt;4%；真实运动下高估 23–29%，待修</a:t>
                      </a:r>
                    </a:p>
                  </a:txBody>
                  <a:tcPr marL="45720" marR="45720" marT="9144" marB="9144" anchor="ctr"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B26A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marL="45720" marR="45720" marT="9144" marB="9144" anchor="ctr">
                    <a:solidFill>
                      <a:srgbClr val="F1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H3 不确定性驱动探测优于固定探测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41F3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尚未测试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6282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未开始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364224" y="5660136"/>
            <a:ext cx="52943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下一步：</a:t>
            </a:r>
            <a:r>
              <a:rPr sz="9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15–18 号先完成 H1，录 ViZDoom 0.5× / 1× / 2× 增益对比视频与定量结果；有余力补 CF 实机 Demo（只作观感补充）。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6181344"/>
            <a:ext cx="11457432" cy="329184"/>
          </a:xfrm>
          <a:prstGeom prst="roundRect">
            <a:avLst>
              <a:gd name="adj" fmla="val 30000"/>
            </a:avLst>
          </a:prstGeom>
          <a:solidFill>
            <a:srgbClr val="243B63"/>
          </a:solidFill>
          <a:ln w="127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6181344"/>
            <a:ext cx="11155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D27A"/>
                </a:solidFill>
                <a:latin typeface="微软雅黑"/>
                <a:ea typeface="微软雅黑"/>
                <a:cs typeface="微软雅黑"/>
              </a:rPr>
              <a:t>▶ 持续更新的 Demo 与结果：</a:t>
            </a:r>
            <a:r>
              <a:rPr sz="10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Demo 视频 · 实验配置 · 结果表 · 当前限制与下一步  </a:t>
            </a:r>
            <a:r>
              <a:rPr sz="1000" b="1">
                <a:solidFill>
                  <a:srgbClr val="CADCFC"/>
                </a:solidFill>
                <a:latin typeface="微软雅黑"/>
                <a:ea typeface="微软雅黑"/>
                <a:cs typeface="微软雅黑"/>
                <a:hlinkClick r:id="rId2"/>
              </a:rPr>
              <a:t>企业微信文档（点击打开）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556248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8FA3C8"/>
                </a:solidFill>
                <a:latin typeface="微软雅黑"/>
                <a:ea typeface="微软雅黑"/>
                <a:cs typeface="微软雅黑"/>
              </a:rPr>
              <a:t>口径：gap = k∈{0.5,1,2} 下 CS 交火 NLL 的极差；k 为整段鼠标位移缩放（历史与目标同步），属标签增强，非真实灵敏度变化。未见游戏 = doom/quake/l4d2/helldivers/vermintide 各 300 窗口 NLL 均值（OpenP2P 预训练见过这些游戏，但微调未用）。离线均为 teacher-forced 口径；H2 估计不使用引擎角度真值。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